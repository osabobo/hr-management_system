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858000"/>
          </a:xfrm>
          <a:prstGeom prst="rect">
            <a:avLst/>
          </a:prstGeom>
          <a:solidFill>
            <a:srgbClr val="06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914400" y="-914400"/>
            <a:ext cx="4572000" cy="4572000"/>
          </a:xfrm>
          <a:prstGeom prst="rect">
            <a:avLst/>
          </a:prstGeom>
          <a:solidFill>
            <a:srgbClr val="5E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4572000"/>
            <a:ext cx="3657600" cy="3657600"/>
          </a:xfrm>
          <a:prstGeom prst="rect">
            <a:avLst/>
          </a:prstGeom>
          <a:solidFill>
            <a:srgbClr val="068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640080" cy="640080"/>
          </a:xfrm>
          <a:prstGeom prst="rect">
            <a:avLst/>
          </a:prstGeom>
          <a:solidFill>
            <a:srgbClr val="382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48132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63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AI-HRMS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AI-Powered Human Resource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Calibri"/>
              </a:rPr>
              <a:t>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React · TypeScript · Flask ·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3C5FD"/>
                </a:solidFill>
                <a:latin typeface="Calibri"/>
              </a:rPr>
              <a:t>Full-stack HR platform with predictive analytics and a responsive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10312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148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✦  20 Employees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834639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880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✦  7 Departments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56616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3611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✦  ML Predictions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29768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343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✦ 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367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37943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Purpose, objectives, and high-level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21992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58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219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Architecture &amp;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597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Frontend, backend, data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43784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8437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Frontend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81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UI modules and page breakdown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65576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021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655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Backend &amp;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03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Flask REST endpoints and data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87368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1239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087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AI Prediction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3251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ML model, inputs, 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09160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7457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09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Authentication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4690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Role-based auth and session strategy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30952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3675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309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Employee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5686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List, detail, onboarding flows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952744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989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952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Attendance &amp; Performance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61904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Tracking and review dashboards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600200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16367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1837943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Charts, KPIs, exports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2221992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258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22219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Notifications &amp; Settings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24597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Notification center, theme, preferences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843784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28437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Deployment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3081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Vercel setup and serverless config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465576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5021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34655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Data &amp; Persistence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3703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JSON datastore and seed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087368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41239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4087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Mock vs API Behavior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43251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Current data source per module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4709160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47457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12280" y="4709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Known Limitations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80" y="494690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Auth, persistence, coverage gaps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5330952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53675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53309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Roadmap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12280" y="55686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Upcoming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03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What is AI-HRMS?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AI-HRMS is a full-stack Human Resource Management System that centralises workforce operations into a single, modern dashboard. It combines a React/TypeScript frontend with a Python Flask backend and a machine learning prediction engine to surface actionable HR insights.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Centralise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65760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One platform for employees, attendance, performance, and reporting.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0175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301752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Predictive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65760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Random Forest ML model classifies employee performance proactively.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0175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017520"/>
            <a:ext cx="3657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Demo-Ready 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65760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Graceful mock-data fallback keeps the UI functional without a backend.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Target users: HR Managers · Administrators · Employees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ARCHITECTURE &amp;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Architecture &amp; 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04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103601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554480"/>
            <a:ext cx="73152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1554480"/>
            <a:ext cx="237744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BROWSER /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3736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React 19 · TypeScript · Vite
Tailwind CSS · Framer Motion · Recharts
Axios · React Hook Form · React Hot Toast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926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46E5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108960"/>
            <a:ext cx="73152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3108960"/>
            <a:ext cx="237744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661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REST API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9184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Flask · Flask-CORS
/api/* routes · JSON responses
CORS enabled for all origins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4805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46E5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663440"/>
            <a:ext cx="103601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66344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" y="4663440"/>
            <a:ext cx="237744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2064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+ ML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84632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db.json (JSON datastore)
HRDatabase class · Auto-seeded
Random Forest Classifier · trained_model.pkl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Frontend communicates with /api/* over HTTP · Bearer token from localStorage user.id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FRONTEND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Frontend Features &amp;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05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Login · Register · Forgot Password
Role selector: Admin / HR / Employee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6896" y="160020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14884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KPI stat cards · Area &amp; radar charts
Activity stream · Quick action 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19472" y="160020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Employees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14884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Searchable list · Detail profile
Add employee form · Delete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2048" y="160020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Departments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14884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7 department cards · Budget progress
Headcount · Productivity scores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4624" y="160020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6064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8984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Attendance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214884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Status tracker · Monthly trend
Line &amp; bar charts · Log 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9476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904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34340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KPI radar · Department scores
Review table · Recommendation badge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6896" y="379476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88336" y="3904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256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AI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88336" y="434340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Input sliders · ML call / fallback
Confidence ring · Feature importance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9472" y="379476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0912" y="3904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13832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10912" y="434340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Growth · Gender · Pie charts
Salary · Heatmap placeholder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42048" y="379476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33488" y="3904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6408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434340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Overview / Turnover / Performance
Department · Export PDF/CSV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64624" y="3794760"/>
            <a:ext cx="2148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56064" y="3904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58984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Notifications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56064" y="4343400"/>
            <a:ext cx="1965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Filter by type &amp; read state
Mark read · Delete · Count badges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BACKEND &amp;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Backend &amp;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06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Two Backend Variants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53492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0848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backend/app.py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48716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Port 5678
Includes PDF + CSV export endpoints
Includes train_model.py script
Recommended for local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6596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965960"/>
            <a:ext cx="53492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0848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api/index.py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48716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Port 5000
Vercel serverless-compatible imports
Identical core API surface
Deployed as Python runtime on 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Endpoint Groups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5079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5079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login · register · logout · 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64608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92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/employees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92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CRUD with id, avatar, status, salary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48656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276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/departments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76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CRUD + auto headcount 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632704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6601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/attendance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6601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check-in · check-out · by date/employee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16752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044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60441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CRUD · per-employee · score calc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480560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5079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/predictions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5079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predict · predict/predict · per-employee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864608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892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892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dashboard · growth · trend · distribution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248656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276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5276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list · read · read-all · delete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632704"/>
            <a:ext cx="137160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6601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/reports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6601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employees · attendance · performance · predictions · export/pdf · export/excel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AI PREDICTION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Prediction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07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53035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53035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Random Forest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Algorithm: RandomForestClassifier (scikit-learn)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048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Estimators: 100 decision trees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066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Max depth: 10  |  min_samples_split: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0837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Training data: 500 synthetic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101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Weighted score threshold: ≥80 → High, ≥60 → 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Model file: trained_model.pkl (joblib)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1363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15383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Calibri"/>
              </a:rPr>
              <a:t>Input features (all 0–100 scale):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  • Attendance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88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  • Experience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  • KPI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2239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  • Training Completion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241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  • Leave Impact (days)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258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  • Previous Rating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572768"/>
            <a:ext cx="5852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1572768"/>
            <a:ext cx="5852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Output Classes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03120"/>
            <a:ext cx="18288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0848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High Performer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4086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Score ≥80  |  Conf ~94%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560320"/>
            <a:ext cx="18288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542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Medium Performer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79806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Score 60–80 |  Conf ~78%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017520"/>
            <a:ext cx="18288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999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Low Performer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25526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Score &lt;60  |  Conf ~89%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657600"/>
            <a:ext cx="585216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3657600"/>
            <a:ext cx="58521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776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API Response Payload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2062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prediction       →  class label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53542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confidence       →  float 0–100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864607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confidenceScores →  per-class breakdown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19379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featureImportance→  top-5 with impact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22975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recommendations  →  action items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852159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riskFactors      →  detected issues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Authentication &amp; Session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08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92024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830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User fills
Login/Register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029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691640"/>
            <a:ext cx="192024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17830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AuthContext calls
API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29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691640"/>
            <a:ext cx="192024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17830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On success:
save to localStorage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029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192024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17830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On failure:
Mock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29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691640"/>
            <a:ext cx="192024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178308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Axios interceptor
attaches Bearer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Roles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5029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54864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10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Administrator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429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Full system access. Manage all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69080"/>
            <a:ext cx="5029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069080"/>
            <a:ext cx="54864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42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HR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160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Employee ops, performance, predictions.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00600"/>
            <a:ext cx="5029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800600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73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Employee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892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View own profile and records.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Demo Accounts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337560"/>
            <a:ext cx="5577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383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admin@hrms.ng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6393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Administrator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447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U001 — Chukwuemeka Nwosu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069080"/>
            <a:ext cx="5577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hr@hrms.ng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370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HR Manager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178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U002 — Fatima Al-Amin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800600"/>
            <a:ext cx="5577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emp@hrms.ng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1023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Employee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0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U003 — Adaeze Okonkwo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Note: Any password is accepted in the current demo auth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EMPLOYEE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Employee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09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Employee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19456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20 seeded employees across 7 departments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7706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Search by name, email, ID or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346704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Filter by department and employment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922776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Paginated table (8 per page)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498848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Avatar initials, status badge, performance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07492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Delete employee (API + fallback)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600200"/>
            <a:ext cx="3657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Employee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19456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Profile card with all contact &amp; employment 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7706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KPI radar chart and 6-metric score bars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346704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Reviewer comments section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922776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API-first: employeeService.getById()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498848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Fallback to mockEmployees on API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507492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Performance data from latest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6002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60020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Add Employee 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19456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React Hook Form with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7706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Required: name, email, phone, position, dept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346704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Optional: salary, experience, manager, location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922776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Calls employeeService.create() on submit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498848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Falls back gracefully on API 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074920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Redirects to list on success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ATTENDANCE &amp;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Attendance &amp; Performance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486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📅  Attendance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762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Stat summary: Present / Absent / Late / On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919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Monthly attendance trend (Line chart)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821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Status breakdown (Grouped bar chart)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850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Filterable log table with timestamps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879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Backend: check-in / check-out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908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Status: Present if arrival ≤09:00 else 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9379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Hours calculated: checkOut − checkIn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967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Currently using mock data for UI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60020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600200"/>
            <a:ext cx="54864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19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⭐  Performance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76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10 seeded performance reviews (seed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786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6 KPI dimensions per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809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  Productivity · Teamwork · Leadership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83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  Communication · Innovation · Discipline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85615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Overall score = average of 6 KPIs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87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Trend line chart (2025 monthly avg)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90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Department horizontal bar chart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99262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Status: Completed / Pending / Overdue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94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Recommendations: Promote / Retain / Warn / Dismiss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7972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Review score updates employee performanceScore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539496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53949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📈  Analytics Page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Employee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Area chart · 2025 monthly headcount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946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Attendance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69463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Line chart · Present / Absent / Late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35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Performance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358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Pie chart · Excellent / Good / Satisfactory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02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Gender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02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Pie chart · Male vs Female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68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KPI Radar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9684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Radar chart · Company-wide metric averages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Dept Performance vs 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Grouped bar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0118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Avg Salary by 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01183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Horizontal bar · ₦ formatted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67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Monthly HR 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67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Bar chart · Hired / Resigned / Promoted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33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Attendance Heatmap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833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Calendar placeholder (backend integration pending)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572768"/>
            <a:ext cx="566928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1572768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📄  Reports 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Report Types: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103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Overview · Turnover · Performance · Department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56946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Date Range Filter: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56946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Week / Month / Quarter / Year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0358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Overview: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0358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Employee growth line + dept bar chart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502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Turnover: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5021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Monthly hired / left / net bar chart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9684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Performance: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9684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Pie distribution + summary 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434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Department: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434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Salary and dept comparison bars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90118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Export: PDF: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90118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POST /reports/export/pdf (backend/app.py)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367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Export: CSV/Excel: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367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POST /reports/export/excel → CSV file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8338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Calibri"/>
              </a:rPr>
              <a:t>UI Exports: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8338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Buttons present; real call requires backend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NOTIFICATIONS &amp;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Notifications &amp;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5486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🔔  Notification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5 seeded notifications (seed data from 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237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Types: ai_prediction_ready · review_reminder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  promotion_recommendation · attendance_alert ·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Priority: high / medium / 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484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Filter by type and read/unread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Mark single or all as 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982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Delete single or clear 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73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Unread count badge on Sidebar nav icon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48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Backend: PATCH /notifications/{id}/read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229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  PATCH /notifications/read-all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  DELETE /notifications/{id}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7278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New predictions auto-create a notification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572768"/>
            <a:ext cx="5577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572768"/>
            <a:ext cx="55778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⚙️  Settings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488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General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505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Dark mode toggle (persisted via ThemeContext)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614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Compact view toggle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7238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Language selector (en / fr / es / de)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8327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Timezone selector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85615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873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Email notifications toggle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9826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Push notifications toggle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0915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SMS alerts toggle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20055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Weekly reports toggle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2239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Privacy &amp;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72414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Placeholder section (future auth hardening)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12647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Account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42823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Shows current user role and profile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73912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Logout button (clears localStorage)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Deployment —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54864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vercel.json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buildCommand:   "npm run build"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94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outputDirectory: "dist"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Python runtime: api/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107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Serverless function: api/index.py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72768"/>
            <a:ext cx="5577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72768"/>
            <a:ext cx="5577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Environment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VITE_API_BASE_URL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94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  Dev:  http://localhost:5678/api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90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  Prod: /api  (same-origin Vercel path)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107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Set in: Vercel Dashboard → Project Settings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11430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11430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4223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Deployment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17720"/>
            <a:ext cx="2743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4617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npm install -g vercel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4617720"/>
            <a:ext cx="2743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617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617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vercel   (links project)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4617720"/>
            <a:ext cx="2743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4617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617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Set VITE_API_BASE_URL in Vercel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4617720"/>
            <a:ext cx="2743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4617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617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Push to GitHub → auto-deploys on push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617720"/>
            <a:ext cx="2743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4617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617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Confirm /api/health returns { status: 'ok'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⚠  db.json is not durable in serverless deployments. Use a managed database for production.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46E5"/>
                </a:solidFill>
                <a:latin typeface="Calibri"/>
              </a:rPr>
              <a:t>KNOWN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Known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8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5778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4864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Authentication is demo-grade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No password hashing or real token validation. Any password is accepted. The Bearer token is simply the user's id field stored in localStorage.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55778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Mock-first data on most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Dashboard, Attendance, Performance, Analytics, Departments, Notifications, and Reports all render from src/data/mock* files. Backend data is only fetched on Employees and AI Predictions.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55778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predictions.ts hardcodes the API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src/services/predictions.ts does not read VITE_API_BASE_URL. It always points to http://localhost:5678/api, which breaks in production without a code change.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246120"/>
            <a:ext cx="55778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246120"/>
            <a:ext cx="54864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JSON persistence is not production-safe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db.json is in-process and file-based. Concurrent requests can cause race conditions. Vercel serverless instances do not share a file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92040"/>
            <a:ext cx="55778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834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Export PDF is a minimal 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4924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The /reports/export/pdf endpoint generates a basic hand-crafted PDF stream. It is not a properly formatted report document.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892040"/>
            <a:ext cx="55778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892040"/>
            <a:ext cx="54864" cy="1508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834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No automated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34924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Neither frontend (Vitest/Jest) nor backend (pytest) tests are present. All validation is manual.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Roadmap &amp;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5B4FC"/>
                </a:solidFill>
                <a:latin typeface="Calibri"/>
              </a:rPr>
              <a:t>Slide 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B4FC"/>
                </a:solidFill>
                <a:latin typeface="Calibri"/>
              </a:rPr>
              <a:t>What comes next for AI-HRMS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577840" cy="1508760"/>
          </a:xfrm>
          <a:prstGeom prst="rect">
            <a:avLst/>
          </a:prstGeom>
          <a:solidFill>
            <a:srgbClr val="1E2A40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Secure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240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JWT tokens · bcrypt password hashing
Refresh token rotation · HTTP-only cookies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37560"/>
            <a:ext cx="5577840" cy="1508760"/>
          </a:xfrm>
          <a:prstGeom prst="rect">
            <a:avLst/>
          </a:prstGeom>
          <a:solidFill>
            <a:srgbClr val="1E2A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Production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38862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Replace db.json with PostgreSQL or MongoDB
Migration scripts + ORM (SQLAlchemy / Prisma)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5577840" cy="1508760"/>
          </a:xfrm>
          <a:prstGeom prst="rect">
            <a:avLst/>
          </a:prstGeom>
          <a:solidFill>
            <a:srgbClr val="1E2A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48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5120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Full API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55321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Connect Attendance, Performance, Analytics
and Departments to live backend endpoints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5577840" cy="1508760"/>
          </a:xfrm>
          <a:prstGeom prst="rect">
            <a:avLst/>
          </a:prstGeom>
          <a:solidFill>
            <a:srgbClr val="1E2A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56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Automated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2240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Frontend: Vitest + React Testing Library
Backend: pytest + coverage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337560"/>
            <a:ext cx="5577840" cy="1508760"/>
          </a:xfrm>
          <a:prstGeom prst="rect">
            <a:avLst/>
          </a:prstGeom>
          <a:solidFill>
            <a:srgbClr val="1E2A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7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Role-Based Authorization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38862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Route-level permission guards
Admin vs HR vs Employee endpoint policies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983480"/>
            <a:ext cx="5577840" cy="1508760"/>
          </a:xfrm>
          <a:prstGeom prst="rect">
            <a:avLst/>
          </a:prstGeom>
          <a:solidFill>
            <a:srgbClr val="1E2A4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148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5120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Email &amp; 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55321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Real email delivery for alerts
WebSocket push for live notification updates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64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AI-HRMS  ·  React + TypeScript + Flask + scikit-learn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